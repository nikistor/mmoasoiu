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7" d="100"/>
          <a:sy n="107" d="100"/>
        </p:scale>
        <p:origin x="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14E0A-B07C-4717-9318-EB3053143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898D1A-075E-4873-B4C0-BB01A4FC2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44B05C-A365-4470-9E15-A642720FA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39987E-EE24-41C2-99A8-1BABD078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F872FD-DE9F-4536-BA16-67E72E08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57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482D9-C7F4-49D9-959E-C24457BE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561C9D-79DA-4C23-957B-33E82939D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BB3B5-754E-4B2D-BF4B-B49EBD96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E51EB2-C603-4BE6-B829-F9C8CC44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423EAB-AF35-460A-A8B7-76EC2B13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36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F27D0-5C13-482D-9078-3B9D10AA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99FE42-50F1-4AB8-9A2B-AD9F28013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2CB901-4BA1-4A19-A79E-91C302925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73A64B-EFC3-4F2B-AC0F-7CF55543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58CA72-1278-4A2E-8B10-C4235929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9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961CC-198E-4706-A070-0FF3346C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B32C27-15E5-460A-AC77-735E4F7A9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DD7AE-1C9F-4264-A1E6-A47C6D070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2AC60E-5C8A-471A-B17B-DF5AD2174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BD4776-6145-4078-A360-6A786FF2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CB91B2-596A-4A3B-8842-E22BFC2F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53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5A1A8-2C80-4064-A3DA-BE03B817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8AAAFA-BA6A-4E61-9DD8-63CCDDF68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93D8A9-579F-46D0-856E-0166C37A2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6C968B-F9D2-4384-A2C3-1401F90AB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B245E3-25E6-4BA6-ABEA-3EC0539FA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D711B9-5077-4019-9397-08D41698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DE5DBC-E0B0-498C-9FB6-548FCDD2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DB63F7A-C3D3-46AA-BFFC-3CCF9B0EE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48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1D73D-D532-4786-AA0F-B9EF1235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A53FDB-5C92-4270-87BD-3ACD6539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449865D-3010-41D9-A5B7-EEF82B3B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67E1DA-6C4E-40D4-A68C-131D0149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2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84F00E-1830-4ABA-864E-C1C7EBFD9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9801E7-2E9F-4F68-8F45-A9374A5C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3858DD-D128-446A-BABC-CC437203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12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3E7B6-F04C-42E9-8736-F66956AF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F8430E-BBF6-4951-9D0A-87A6B50DA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CCD4DE-62A9-49A4-B7D6-D62230C11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861AC3-A677-4509-BF0B-5D54A4CB9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BB31C0-0FFD-48D3-B3BA-C2D792F3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7E51B8-FA62-4F2D-94DF-D9AA772E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18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D5433-3EA8-4F1B-BABF-52E6741B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E300E9-78A5-4BCC-8B94-05D7D3D87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6AC4FA-50B6-4598-84CB-25F230E21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050AF5-6A48-4A05-B560-45CD5E10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09F5C8-49F6-4942-B743-11639AE8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4D0EE2-88C1-4317-9BA9-E2B06AF9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88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4EBCE-70D6-4A67-A5BF-9B67D42B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93CF13-C618-47C9-9A04-983830B2B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F8DA75-F776-44A9-A722-AB4935C5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8273F-F98B-410C-95E2-0E75F0A2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5AB53F-F52C-4FE6-8CBA-68EFA46EE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44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1C4C411-B599-4EBB-8C6A-9E1C4A064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23C1E6-C6EE-4855-A0EA-5C54F5FA5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7F07BE-F262-4F15-A63B-DE4C8D5C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87607C-F066-4606-BB7B-391F82A8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CFF81B-AAC4-47ED-A666-F48E8882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16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ECA77-ACBE-49F6-83B4-1FE5579BA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8B8CFE-374D-4ACE-86B3-4FB43DB83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7C6231-F50C-4211-B4EA-8639D1EBF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F723D-F647-439C-B094-33FD0F30A23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C81F35-7204-4119-8FD4-5B0223D96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611ADA-FBFD-43E9-9B99-C5D8BDAC5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4A0F1-E2B1-45EE-A779-49A859CEC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57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39394-4097-4D55-BFE2-56797B051B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Как работать с редактором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1FF14F-86E9-4F12-ADB3-025344670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356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A7917-1BA6-41CB-AED6-7CB0A803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Ввести имя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0815D2-7194-4626-9896-74319BB62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1013"/>
            <a:ext cx="10515600" cy="2880562"/>
          </a:xfrm>
        </p:spPr>
      </p:pic>
    </p:spTree>
    <p:extLst>
      <p:ext uri="{BB962C8B-B14F-4D97-AF65-F5344CB8AC3E}">
        <p14:creationId xmlns:p14="http://schemas.microsoft.com/office/powerpoint/2010/main" val="41512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F2008-E292-4FE8-A77F-4DB3FEA2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Создание элемента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D204C1-99C1-472E-889B-89B7CC8B2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7824"/>
            <a:ext cx="4992584" cy="66819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</a:t>
            </a:r>
            <a:r>
              <a:rPr lang="en-US" dirty="0"/>
              <a:t>. </a:t>
            </a:r>
            <a:r>
              <a:rPr lang="ru-RU" dirty="0"/>
              <a:t>Выбрать вкладку «Создать»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8B5A55-7A22-4F7C-938D-477B7A849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355" y="2493818"/>
            <a:ext cx="4596210" cy="878437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0F2C02B0-3F4B-4556-8FE7-BA0420E73FB7}"/>
              </a:ext>
            </a:extLst>
          </p:cNvPr>
          <p:cNvSpPr txBox="1">
            <a:spLocks/>
          </p:cNvSpPr>
          <p:nvPr/>
        </p:nvSpPr>
        <p:spPr>
          <a:xfrm>
            <a:off x="6875355" y="2052842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</a:t>
            </a:r>
            <a:r>
              <a:rPr lang="ru-RU" dirty="0"/>
              <a:t>Ввести название элемента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343241-8409-421D-8705-7879F7900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32" y="2493818"/>
            <a:ext cx="5894120" cy="30616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2EE5DD-4AA9-4984-B8E1-BEA635213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355" y="4111126"/>
            <a:ext cx="4559165" cy="1444316"/>
          </a:xfrm>
          <a:prstGeom prst="rect">
            <a:avLst/>
          </a:prstGeom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6060472C-CB3F-4C60-BE41-9B3F7A98AD21}"/>
              </a:ext>
            </a:extLst>
          </p:cNvPr>
          <p:cNvSpPr txBox="1">
            <a:spLocks/>
          </p:cNvSpPr>
          <p:nvPr/>
        </p:nvSpPr>
        <p:spPr>
          <a:xfrm>
            <a:off x="6875355" y="3637094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3</a:t>
            </a:r>
            <a:r>
              <a:rPr lang="en-US" dirty="0"/>
              <a:t>. </a:t>
            </a:r>
            <a:r>
              <a:rPr lang="ru-RU" dirty="0"/>
              <a:t>Выбрать тип элемента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750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6F78D4F-EABC-4DBA-89B2-4D4B47B3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Создание элемента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FAC2050-72DC-4A89-A020-0E2AFC6F3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78" y="2598939"/>
            <a:ext cx="4992584" cy="66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3</a:t>
            </a:r>
            <a:r>
              <a:rPr lang="en-US" dirty="0"/>
              <a:t>.1</a:t>
            </a:r>
            <a:r>
              <a:rPr lang="ru-RU" dirty="0"/>
              <a:t>. Выбираем начало и конец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69C671C-3A41-4399-8EDD-C75D04D54018}"/>
              </a:ext>
            </a:extLst>
          </p:cNvPr>
          <p:cNvSpPr txBox="1">
            <a:spLocks/>
          </p:cNvSpPr>
          <p:nvPr/>
        </p:nvSpPr>
        <p:spPr>
          <a:xfrm>
            <a:off x="6916919" y="2315926"/>
            <a:ext cx="4992584" cy="12142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4.</a:t>
            </a:r>
            <a:r>
              <a:rPr lang="ru-RU" dirty="0"/>
              <a:t>Создать атрибут (ввести название, выбрать тип и нажать «Добавить атрибут»)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71E93E7B-158D-48B5-9CB5-74FA6948DD4A}"/>
              </a:ext>
            </a:extLst>
          </p:cNvPr>
          <p:cNvSpPr txBox="1">
            <a:spLocks/>
          </p:cNvSpPr>
          <p:nvPr/>
        </p:nvSpPr>
        <p:spPr>
          <a:xfrm>
            <a:off x="6916919" y="4373967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5</a:t>
            </a:r>
            <a:r>
              <a:rPr lang="en-US" dirty="0"/>
              <a:t>. </a:t>
            </a:r>
            <a:r>
              <a:rPr lang="ru-RU" dirty="0"/>
              <a:t>Заполнить атрибут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FA8658-F4E3-430F-B176-FA94DC9DB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78" y="3114400"/>
            <a:ext cx="4377568" cy="1122310"/>
          </a:xfrm>
          <a:prstGeom prst="rect">
            <a:avLst/>
          </a:prstGeom>
        </p:spPr>
      </p:pic>
      <p:sp>
        <p:nvSpPr>
          <p:cNvPr id="20" name="Объект 2">
            <a:extLst>
              <a:ext uri="{FF2B5EF4-FFF2-40B4-BE49-F238E27FC236}">
                <a16:creationId xmlns:a16="http://schemas.microsoft.com/office/drawing/2014/main" id="{614537C3-3094-4925-ADBE-807107D4935E}"/>
              </a:ext>
            </a:extLst>
          </p:cNvPr>
          <p:cNvSpPr txBox="1">
            <a:spLocks/>
          </p:cNvSpPr>
          <p:nvPr/>
        </p:nvSpPr>
        <p:spPr>
          <a:xfrm>
            <a:off x="838200" y="1898617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Для ребер и </a:t>
            </a:r>
            <a:r>
              <a:rPr lang="ru-RU" b="1" dirty="0" err="1"/>
              <a:t>метаребер</a:t>
            </a:r>
            <a:r>
              <a:rPr lang="ru-RU" b="1" dirty="0"/>
              <a:t>: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C4ED0C9-536E-447C-98AD-B3A126C0D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78" y="4895713"/>
            <a:ext cx="4377568" cy="447833"/>
          </a:xfrm>
          <a:prstGeom prst="rect">
            <a:avLst/>
          </a:prstGeom>
        </p:spPr>
      </p:pic>
      <p:sp>
        <p:nvSpPr>
          <p:cNvPr id="23" name="Объект 2">
            <a:extLst>
              <a:ext uri="{FF2B5EF4-FFF2-40B4-BE49-F238E27FC236}">
                <a16:creationId xmlns:a16="http://schemas.microsoft.com/office/drawing/2014/main" id="{2018DDA6-14AD-4DFB-9A55-0D2414CC0A8F}"/>
              </a:ext>
            </a:extLst>
          </p:cNvPr>
          <p:cNvSpPr txBox="1">
            <a:spLocks/>
          </p:cNvSpPr>
          <p:nvPr/>
        </p:nvSpPr>
        <p:spPr>
          <a:xfrm>
            <a:off x="939078" y="4373968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3</a:t>
            </a:r>
            <a:r>
              <a:rPr lang="en-US" dirty="0"/>
              <a:t>.2</a:t>
            </a:r>
            <a:r>
              <a:rPr lang="ru-RU" dirty="0"/>
              <a:t>. Выбираем</a:t>
            </a:r>
            <a:r>
              <a:rPr lang="en-US" dirty="0"/>
              <a:t> </a:t>
            </a:r>
            <a:r>
              <a:rPr lang="ru-RU" dirty="0"/>
              <a:t>направленность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71DD462-9590-4420-B3AA-19F447358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919" y="3465422"/>
            <a:ext cx="3912948" cy="79551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4AC6740-67EA-443C-A94F-241FD55CB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919" y="4917337"/>
            <a:ext cx="3845658" cy="115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9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6F78D4F-EABC-4DBA-89B2-4D4B47B3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Создание элемента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FAC2050-72DC-4A89-A020-0E2AFC6F3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78" y="2598939"/>
            <a:ext cx="4992584" cy="66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3</a:t>
            </a:r>
            <a:r>
              <a:rPr lang="en-US" dirty="0"/>
              <a:t>.1</a:t>
            </a:r>
            <a:r>
              <a:rPr lang="ru-RU" dirty="0"/>
              <a:t>. Выбираем начало и конец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69C671C-3A41-4399-8EDD-C75D04D54018}"/>
              </a:ext>
            </a:extLst>
          </p:cNvPr>
          <p:cNvSpPr txBox="1">
            <a:spLocks/>
          </p:cNvSpPr>
          <p:nvPr/>
        </p:nvSpPr>
        <p:spPr>
          <a:xfrm>
            <a:off x="6916919" y="2315926"/>
            <a:ext cx="4992584" cy="12142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4.</a:t>
            </a:r>
            <a:r>
              <a:rPr lang="ru-RU" dirty="0"/>
              <a:t>Создать атрибут (ввести название, выбрать тип и нажать «Добавить атрибут»)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71E93E7B-158D-48B5-9CB5-74FA6948DD4A}"/>
              </a:ext>
            </a:extLst>
          </p:cNvPr>
          <p:cNvSpPr txBox="1">
            <a:spLocks/>
          </p:cNvSpPr>
          <p:nvPr/>
        </p:nvSpPr>
        <p:spPr>
          <a:xfrm>
            <a:off x="6916919" y="4373967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5</a:t>
            </a:r>
            <a:r>
              <a:rPr lang="en-US" dirty="0"/>
              <a:t>. </a:t>
            </a:r>
            <a:r>
              <a:rPr lang="ru-RU" dirty="0"/>
              <a:t>Заполнить атрибут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FA8658-F4E3-430F-B176-FA94DC9DB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78" y="3114400"/>
            <a:ext cx="4377568" cy="1122310"/>
          </a:xfrm>
          <a:prstGeom prst="rect">
            <a:avLst/>
          </a:prstGeom>
        </p:spPr>
      </p:pic>
      <p:sp>
        <p:nvSpPr>
          <p:cNvPr id="20" name="Объект 2">
            <a:extLst>
              <a:ext uri="{FF2B5EF4-FFF2-40B4-BE49-F238E27FC236}">
                <a16:creationId xmlns:a16="http://schemas.microsoft.com/office/drawing/2014/main" id="{614537C3-3094-4925-ADBE-807107D4935E}"/>
              </a:ext>
            </a:extLst>
          </p:cNvPr>
          <p:cNvSpPr txBox="1">
            <a:spLocks/>
          </p:cNvSpPr>
          <p:nvPr/>
        </p:nvSpPr>
        <p:spPr>
          <a:xfrm>
            <a:off x="838200" y="1898617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Для ребер и </a:t>
            </a:r>
            <a:r>
              <a:rPr lang="ru-RU" b="1" dirty="0" err="1"/>
              <a:t>метаребер</a:t>
            </a:r>
            <a:r>
              <a:rPr lang="ru-RU" b="1" dirty="0"/>
              <a:t>: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C4ED0C9-536E-447C-98AD-B3A126C0D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78" y="4895713"/>
            <a:ext cx="4377568" cy="447833"/>
          </a:xfrm>
          <a:prstGeom prst="rect">
            <a:avLst/>
          </a:prstGeom>
        </p:spPr>
      </p:pic>
      <p:sp>
        <p:nvSpPr>
          <p:cNvPr id="23" name="Объект 2">
            <a:extLst>
              <a:ext uri="{FF2B5EF4-FFF2-40B4-BE49-F238E27FC236}">
                <a16:creationId xmlns:a16="http://schemas.microsoft.com/office/drawing/2014/main" id="{2018DDA6-14AD-4DFB-9A55-0D2414CC0A8F}"/>
              </a:ext>
            </a:extLst>
          </p:cNvPr>
          <p:cNvSpPr txBox="1">
            <a:spLocks/>
          </p:cNvSpPr>
          <p:nvPr/>
        </p:nvSpPr>
        <p:spPr>
          <a:xfrm>
            <a:off x="939078" y="4373968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3</a:t>
            </a:r>
            <a:r>
              <a:rPr lang="en-US" dirty="0"/>
              <a:t>.2</a:t>
            </a:r>
            <a:r>
              <a:rPr lang="ru-RU" dirty="0"/>
              <a:t>. Выбираем</a:t>
            </a:r>
            <a:r>
              <a:rPr lang="en-US" dirty="0"/>
              <a:t> </a:t>
            </a:r>
            <a:r>
              <a:rPr lang="ru-RU" dirty="0"/>
              <a:t>направленность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71DD462-9590-4420-B3AA-19F447358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919" y="3465422"/>
            <a:ext cx="3912948" cy="79551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4AC6740-67EA-443C-A94F-241FD55CB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919" y="4917337"/>
            <a:ext cx="3845658" cy="115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9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6F78D4F-EABC-4DBA-89B2-4D4B47B3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Создание элемента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FAC2050-72DC-4A89-A020-0E2AFC6F3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78" y="2598939"/>
            <a:ext cx="4992584" cy="66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6</a:t>
            </a:r>
            <a:r>
              <a:rPr lang="en-US" dirty="0"/>
              <a:t>.1</a:t>
            </a:r>
            <a:r>
              <a:rPr lang="ru-RU" dirty="0"/>
              <a:t>. Выбираем потомка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69C671C-3A41-4399-8EDD-C75D04D54018}"/>
              </a:ext>
            </a:extLst>
          </p:cNvPr>
          <p:cNvSpPr txBox="1">
            <a:spLocks/>
          </p:cNvSpPr>
          <p:nvPr/>
        </p:nvSpPr>
        <p:spPr>
          <a:xfrm>
            <a:off x="6916919" y="2596736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7. </a:t>
            </a:r>
            <a:r>
              <a:rPr lang="ru-RU" dirty="0"/>
              <a:t>Выбираем родителя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71E93E7B-158D-48B5-9CB5-74FA6948DD4A}"/>
              </a:ext>
            </a:extLst>
          </p:cNvPr>
          <p:cNvSpPr txBox="1">
            <a:spLocks/>
          </p:cNvSpPr>
          <p:nvPr/>
        </p:nvSpPr>
        <p:spPr>
          <a:xfrm>
            <a:off x="6916919" y="4373967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8</a:t>
            </a:r>
            <a:r>
              <a:rPr lang="en-US" dirty="0"/>
              <a:t>. </a:t>
            </a:r>
            <a:r>
              <a:rPr lang="ru-RU" dirty="0"/>
              <a:t>Нажимаем «Добавить»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614537C3-3094-4925-ADBE-807107D4935E}"/>
              </a:ext>
            </a:extLst>
          </p:cNvPr>
          <p:cNvSpPr txBox="1">
            <a:spLocks/>
          </p:cNvSpPr>
          <p:nvPr/>
        </p:nvSpPr>
        <p:spPr>
          <a:xfrm>
            <a:off x="838200" y="1898617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Для </a:t>
            </a:r>
            <a:r>
              <a:rPr lang="ru-RU" b="1" dirty="0" err="1"/>
              <a:t>метавершин</a:t>
            </a:r>
            <a:r>
              <a:rPr lang="ru-RU" b="1" dirty="0"/>
              <a:t> и </a:t>
            </a:r>
            <a:r>
              <a:rPr lang="ru-RU" b="1" dirty="0" err="1"/>
              <a:t>метаребер</a:t>
            </a:r>
            <a:r>
              <a:rPr lang="ru-RU" b="1" dirty="0"/>
              <a:t>:</a:t>
            </a: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2018DDA6-14AD-4DFB-9A55-0D2414CC0A8F}"/>
              </a:ext>
            </a:extLst>
          </p:cNvPr>
          <p:cNvSpPr txBox="1">
            <a:spLocks/>
          </p:cNvSpPr>
          <p:nvPr/>
        </p:nvSpPr>
        <p:spPr>
          <a:xfrm>
            <a:off x="939078" y="4373968"/>
            <a:ext cx="4992584" cy="66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6</a:t>
            </a:r>
            <a:r>
              <a:rPr lang="en-US" dirty="0"/>
              <a:t>.2</a:t>
            </a:r>
            <a:r>
              <a:rPr lang="ru-RU" dirty="0"/>
              <a:t>. Нажимаем «Добавить»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B8F32E-4CDF-4AD2-8215-64AE6C4BD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78" y="3098061"/>
            <a:ext cx="4936164" cy="11511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C37C80-323F-4924-A9FB-05DD348CA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59" y="4917337"/>
            <a:ext cx="4981821" cy="10049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B13C9F-A386-43B1-B0AE-AB02C3540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919" y="3134257"/>
            <a:ext cx="4833160" cy="9448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01694E-34F2-494B-8754-327161151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537" y="4900961"/>
            <a:ext cx="5139176" cy="102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6F78D4F-EABC-4DBA-89B2-4D4B47B3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Создание элемента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FAC2050-72DC-4A89-A020-0E2AFC6F3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760" y="1690688"/>
            <a:ext cx="7415214" cy="66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9. Как все готово, нажимаем «Создать» (внизу)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310C75-C1D1-4112-9EE4-781499BA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265" y="2358881"/>
            <a:ext cx="4489469" cy="390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7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051BD-2C12-4681-909B-E48B04CB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Редактирование элемента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6CC5A-C491-4AE8-BAD2-3242A24F8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Нажимаем на нужный элемент на графе – справа открывается форма, где можно его отредактировать или удалить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A7DF68-0413-4CE2-AEFD-3212E2D5A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512" y="2917386"/>
            <a:ext cx="6632369" cy="325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9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0B4AD-872F-4859-B24A-633FBA9E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 конце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CB55C-9C3D-477C-9BFC-F389A8E70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Нажать кнопку (справа внизу), загрузить </a:t>
            </a:r>
            <a:r>
              <a:rPr lang="en-US" dirty="0"/>
              <a:t>JSON </a:t>
            </a:r>
            <a:r>
              <a:rPr lang="ru-RU" dirty="0"/>
              <a:t>с результатами и отправить преподавателю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D76370-D659-449C-A472-168EE4A8B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804" y="3228036"/>
            <a:ext cx="4439270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543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181</Words>
  <Application>Microsoft Office PowerPoint</Application>
  <PresentationFormat>Широкоэкранный</PresentationFormat>
  <Paragraphs>30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Как работать с редактором</vt:lpstr>
      <vt:lpstr>Ввести имя</vt:lpstr>
      <vt:lpstr>Создание элемента</vt:lpstr>
      <vt:lpstr>Создание элемента</vt:lpstr>
      <vt:lpstr>Создание элемента</vt:lpstr>
      <vt:lpstr>Создание элемента</vt:lpstr>
      <vt:lpstr>Создание элемента</vt:lpstr>
      <vt:lpstr>Редактирование элемента</vt:lpstr>
      <vt:lpstr>В конце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работать с редактором</dc:title>
  <dc:creator>Павел Ковыршин</dc:creator>
  <cp:lastModifiedBy>Павел Ковыршин</cp:lastModifiedBy>
  <cp:revision>13</cp:revision>
  <dcterms:created xsi:type="dcterms:W3CDTF">2026-05-07T08:29:14Z</dcterms:created>
  <dcterms:modified xsi:type="dcterms:W3CDTF">2026-05-07T09:11:29Z</dcterms:modified>
</cp:coreProperties>
</file>